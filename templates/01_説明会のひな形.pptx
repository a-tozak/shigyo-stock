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表紙です。題名と日付と会場を差しかえます。右の絵は士業ストックの好きな絵に入れかえてかまいません。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当日の時間割です。行が足りないときは、表の行を増やします。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グループの紹介です。事務所の数や資格に合わせて、カードを足したり減らしたりします。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よくある相談を6つ並べるページです。絵と言葉を入れかえて使います。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ご相談から完了までの5つの段です。段の数が違うときは、段の台と絵をまとめて消すか写して増やします。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質問と答えを3つ載せるページです。答えは短く2行までにします。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連絡先のページです。電話番号と受付時間を差しかえます。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しめのページです。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表紙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217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© 石山通りグループ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本文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© 石山通りグループ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終わり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© 石山通りグループ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image" Target="../media/image-4-4.jpg"/><Relationship Id="rId5" Type="http://schemas.openxmlformats.org/officeDocument/2006/relationships/image" Target="../media/image-4-5.jpg"/><Relationship Id="rId6" Type="http://schemas.openxmlformats.org/officeDocument/2006/relationships/image" Target="../media/image-4-6.jp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image" Target="../media/image-5-5.jp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題名"/>
          <p:cNvSpPr txBox="1"/>
          <p:nvPr/>
        </p:nvSpPr>
        <p:spPr>
          <a:xfrm>
            <a:off x="548640" y="1645920"/>
            <a:ext cx="5669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［説明会の名前］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相続と登記の説明会</a:t>
            </a:r>
            <a:endParaRPr lang="en-US" sz="4000" dirty="0"/>
          </a:p>
        </p:txBody>
      </p:sp>
      <p:sp>
        <p:nvSpPr>
          <p:cNvPr id="3" name="日付と場所"/>
          <p:cNvSpPr txBox="1"/>
          <p:nvPr/>
        </p:nvSpPr>
        <p:spPr>
          <a:xfrm>
            <a:off x="548640" y="406908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［2026年◯月◯日（◯）◯時から］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［会場の名前］</a:t>
            </a:r>
            <a:endParaRPr lang="en-US" sz="1800" dirty="0"/>
          </a:p>
        </p:txBody>
      </p:sp>
      <p:pic>
        <p:nvPicPr>
          <p:cNvPr id="4" name="絵_kyoutsu-seminar-koushi" descr="kyoutsu-seminar-koush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798320"/>
            <a:ext cx="4754880" cy="3169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見出し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本日の流れ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309360"/>
                <a:gridCol w="277063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時間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内容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話す人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［13:00］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はじめのあいさつ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［代表の名前］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［13:10］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［テーマ1］相続の手続きの全体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［担当の名前］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［13:40］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［テーマ2］よくあるご相談の例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［担当の名前］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［14:10］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質問の時間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全員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［14:30］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個別のご相談（ご希望の方）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全員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見出し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私たちについて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6304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［グループの紹介を2行から3行で書きます］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例）司法書士と土地家屋調査士と行政書士が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ひとつの窓口でご相談をお受けしています</a:t>
            </a:r>
            <a:endParaRPr lang="en-US" sz="1800" dirty="0"/>
          </a:p>
        </p:txBody>
      </p:sp>
      <p:sp>
        <p:nvSpPr>
          <p:cNvPr id="5" name="紹介1"/>
          <p:cNvSpPr/>
          <p:nvPr/>
        </p:nvSpPr>
        <p:spPr>
          <a:xfrm>
            <a:off x="548640" y="2743200"/>
            <a:ext cx="3454298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6" name="絵_shiho-shoshi-f" descr="shiho-shoshi-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429000"/>
            <a:ext cx="1188720" cy="11887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965960" y="3291840"/>
            <a:ext cx="1899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司法書士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1965960" y="3886200"/>
            <a:ext cx="18998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登記と相続の手続き</a:t>
            </a:r>
            <a:endParaRPr lang="en-US" sz="1500" dirty="0"/>
          </a:p>
        </p:txBody>
      </p:sp>
      <p:sp>
        <p:nvSpPr>
          <p:cNvPr id="9" name="紹介2"/>
          <p:cNvSpPr/>
          <p:nvPr/>
        </p:nvSpPr>
        <p:spPr>
          <a:xfrm>
            <a:off x="4368698" y="2743200"/>
            <a:ext cx="3454298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0" name="絵_chousashi-shihoshoshi" descr="chousashi-shihoshosh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858" y="3429000"/>
            <a:ext cx="1188720" cy="11887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786018" y="3291840"/>
            <a:ext cx="1899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土地家屋調査士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5786018" y="3886200"/>
            <a:ext cx="18998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土地と建物の調査と測量</a:t>
            </a:r>
            <a:endParaRPr lang="en-US" sz="1500" dirty="0"/>
          </a:p>
        </p:txBody>
      </p:sp>
      <p:sp>
        <p:nvSpPr>
          <p:cNvPr id="13" name="紹介3"/>
          <p:cNvSpPr/>
          <p:nvPr/>
        </p:nvSpPr>
        <p:spPr>
          <a:xfrm>
            <a:off x="8188757" y="2743200"/>
            <a:ext cx="3454298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4" name="絵_shiho-hojosha" descr="shiho-hojosh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5917" y="3429000"/>
            <a:ext cx="1188720" cy="11887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606077" y="3291840"/>
            <a:ext cx="1899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事務所のスタッフ</a:t>
            </a:r>
            <a:endParaRPr lang="en-US" sz="1800" dirty="0"/>
          </a:p>
        </p:txBody>
      </p:sp>
      <p:sp>
        <p:nvSpPr>
          <p:cNvPr id="16" name="Text 10"/>
          <p:cNvSpPr txBox="1"/>
          <p:nvPr/>
        </p:nvSpPr>
        <p:spPr>
          <a:xfrm>
            <a:off x="9606077" y="3886200"/>
            <a:ext cx="18998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受付と書類の準備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見出し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こんなときにご相談ください</a:t>
            </a:r>
            <a:endParaRPr lang="en-US" sz="3200" dirty="0"/>
          </a:p>
        </p:txBody>
      </p:sp>
      <p:sp>
        <p:nvSpPr>
          <p:cNvPr id="4" name="相談1"/>
          <p:cNvSpPr/>
          <p:nvPr/>
        </p:nvSpPr>
        <p:spPr>
          <a:xfrm>
            <a:off x="548640" y="1463040"/>
            <a:ext cx="3454298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絵_kyoutsu-jikka-kazoku" descr="kyoutsu-jikka-kazok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95500"/>
            <a:ext cx="1463040" cy="9753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286000" y="1645920"/>
            <a:ext cx="162549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家族が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亡くなって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手続きが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分からない</a:t>
            </a:r>
            <a:endParaRPr lang="en-US" sz="1600" dirty="0"/>
          </a:p>
        </p:txBody>
      </p:sp>
      <p:sp>
        <p:nvSpPr>
          <p:cNvPr id="7" name="相談2"/>
          <p:cNvSpPr/>
          <p:nvPr/>
        </p:nvSpPr>
        <p:spPr>
          <a:xfrm>
            <a:off x="4368698" y="1463040"/>
            <a:ext cx="3454298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8" name="絵_chousashi-akiya" descr="chousashi-akiy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858" y="2095500"/>
            <a:ext cx="1463040" cy="97536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106058" y="1645920"/>
            <a:ext cx="162549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実家の土地や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建物を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整理したい</a:t>
            </a:r>
            <a:endParaRPr lang="en-US" sz="1600" dirty="0"/>
          </a:p>
        </p:txBody>
      </p:sp>
      <p:sp>
        <p:nvSpPr>
          <p:cNvPr id="10" name="相談3"/>
          <p:cNvSpPr/>
          <p:nvPr/>
        </p:nvSpPr>
        <p:spPr>
          <a:xfrm>
            <a:off x="8188757" y="1463040"/>
            <a:ext cx="3454298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1" name="絵_shiho-souzoku-soudan" descr="shiho-souzoku-souda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5917" y="2095500"/>
            <a:ext cx="1463040" cy="97536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9926117" y="1645920"/>
            <a:ext cx="162549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遺言を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残して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おきたい</a:t>
            </a:r>
            <a:endParaRPr lang="en-US" sz="1600" dirty="0"/>
          </a:p>
        </p:txBody>
      </p:sp>
      <p:sp>
        <p:nvSpPr>
          <p:cNvPr id="13" name="相談4"/>
          <p:cNvSpPr/>
          <p:nvPr/>
        </p:nvSpPr>
        <p:spPr>
          <a:xfrm>
            <a:off x="548640" y="3977640"/>
            <a:ext cx="3454298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4" name="絵_shiho-kaisha-setsuritsu" descr="shiho-kaisha-setsuritsu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610100"/>
            <a:ext cx="1463040" cy="97536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2286000" y="4160520"/>
            <a:ext cx="162549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会社を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立ち上げたい</a:t>
            </a:r>
            <a:endParaRPr lang="en-US" sz="1600" dirty="0"/>
          </a:p>
        </p:txBody>
      </p:sp>
      <p:sp>
        <p:nvSpPr>
          <p:cNvPr id="16" name="相談5"/>
          <p:cNvSpPr/>
          <p:nvPr/>
        </p:nvSpPr>
        <p:spPr>
          <a:xfrm>
            <a:off x="4368698" y="3977640"/>
            <a:ext cx="3454298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絵_shiho-juusho-henkou" descr="shiho-juusho-henkou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5858" y="4610100"/>
            <a:ext cx="1463040" cy="97536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6106058" y="4160520"/>
            <a:ext cx="162549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引っ越して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住所が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変わった</a:t>
            </a:r>
            <a:endParaRPr lang="en-US" sz="1600" dirty="0"/>
          </a:p>
        </p:txBody>
      </p:sp>
      <p:sp>
        <p:nvSpPr>
          <p:cNvPr id="19" name="相談6"/>
          <p:cNvSpPr/>
          <p:nvPr/>
        </p:nvSpPr>
        <p:spPr>
          <a:xfrm>
            <a:off x="8188757" y="3977640"/>
            <a:ext cx="3454298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0" name="絵_kyoutsu-tegami-yomu" descr="kyoutsu-tegami-yomu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5917" y="4366260"/>
            <a:ext cx="1463040" cy="146304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9926117" y="4160520"/>
            <a:ext cx="162549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届いた手紙の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意味が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分からない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見出し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ご依頼の流れ</a:t>
            </a:r>
            <a:endParaRPr lang="en-US" sz="3200" dirty="0"/>
          </a:p>
        </p:txBody>
      </p:sp>
      <p:sp>
        <p:nvSpPr>
          <p:cNvPr id="4" name="段の台1"/>
          <p:cNvSpPr/>
          <p:nvPr/>
        </p:nvSpPr>
        <p:spPr>
          <a:xfrm>
            <a:off x="548640" y="1554480"/>
            <a:ext cx="1962851" cy="4206240"/>
          </a:xfrm>
          <a:prstGeom prst="roundRect">
            <a:avLst>
              <a:gd name="adj" fmla="val 55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番号1"/>
          <p:cNvSpPr/>
          <p:nvPr/>
        </p:nvSpPr>
        <p:spPr>
          <a:xfrm>
            <a:off x="731520" y="17373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</a:t>
            </a:r>
            <a:endParaRPr lang="en-US" sz="1800" dirty="0"/>
          </a:p>
        </p:txBody>
      </p:sp>
      <p:pic>
        <p:nvPicPr>
          <p:cNvPr id="7" name="絵_shiho-uketsuke" descr="shiho-uketsuk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591836"/>
            <a:ext cx="1688531" cy="112568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4160520"/>
            <a:ext cx="15970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ご相談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4663440"/>
            <a:ext cx="159709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お電話か窓口で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お話をうかがいます</a:t>
            </a:r>
            <a:endParaRPr lang="en-US" sz="1400" dirty="0"/>
          </a:p>
        </p:txBody>
      </p:sp>
      <p:sp>
        <p:nvSpPr>
          <p:cNvPr id="10" name="矢印1"/>
          <p:cNvSpPr/>
          <p:nvPr/>
        </p:nvSpPr>
        <p:spPr>
          <a:xfrm>
            <a:off x="2584643" y="3474720"/>
            <a:ext cx="182880" cy="365760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段の台2"/>
          <p:cNvSpPr/>
          <p:nvPr/>
        </p:nvSpPr>
        <p:spPr>
          <a:xfrm>
            <a:off x="2831531" y="1554480"/>
            <a:ext cx="1962851" cy="4206240"/>
          </a:xfrm>
          <a:prstGeom prst="roundRect">
            <a:avLst>
              <a:gd name="adj" fmla="val 55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番号2"/>
          <p:cNvSpPr/>
          <p:nvPr/>
        </p:nvSpPr>
        <p:spPr>
          <a:xfrm>
            <a:off x="3014411" y="17373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014411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</a:t>
            </a:r>
            <a:endParaRPr lang="en-US" sz="1800" dirty="0"/>
          </a:p>
        </p:txBody>
      </p:sp>
      <p:pic>
        <p:nvPicPr>
          <p:cNvPr id="14" name="絵_chousashi-mitsumori-setsumei" descr="chousashi-mitsumori-setsume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8691" y="2591836"/>
            <a:ext cx="1688531" cy="112568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014411" y="4160520"/>
            <a:ext cx="15970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お見積もり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3014411" y="4663440"/>
            <a:ext cx="159709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必要な手続きと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費用をご説明します</a:t>
            </a:r>
            <a:endParaRPr lang="en-US" sz="1400" dirty="0"/>
          </a:p>
        </p:txBody>
      </p:sp>
      <p:sp>
        <p:nvSpPr>
          <p:cNvPr id="17" name="矢印2"/>
          <p:cNvSpPr/>
          <p:nvPr/>
        </p:nvSpPr>
        <p:spPr>
          <a:xfrm>
            <a:off x="4867534" y="3474720"/>
            <a:ext cx="182880" cy="365760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段の台3"/>
          <p:cNvSpPr/>
          <p:nvPr/>
        </p:nvSpPr>
        <p:spPr>
          <a:xfrm>
            <a:off x="5114422" y="1554480"/>
            <a:ext cx="1962851" cy="4206240"/>
          </a:xfrm>
          <a:prstGeom prst="roundRect">
            <a:avLst>
              <a:gd name="adj" fmla="val 55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番号3"/>
          <p:cNvSpPr/>
          <p:nvPr/>
        </p:nvSpPr>
        <p:spPr>
          <a:xfrm>
            <a:off x="5297302" y="17373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297302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</a:t>
            </a:r>
            <a:endParaRPr lang="en-US" sz="1800" dirty="0"/>
          </a:p>
        </p:txBody>
      </p:sp>
      <p:pic>
        <p:nvPicPr>
          <p:cNvPr id="21" name="絵_shiho-koseki-atsume" descr="shiho-koseki-atsum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1582" y="2310414"/>
            <a:ext cx="1688531" cy="168853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297302" y="4160520"/>
            <a:ext cx="15970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書類の準備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5297302" y="4663440"/>
            <a:ext cx="159709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戸籍などの書類を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こちらで集めます</a:t>
            </a:r>
            <a:endParaRPr lang="en-US" sz="1400" dirty="0"/>
          </a:p>
        </p:txBody>
      </p:sp>
      <p:sp>
        <p:nvSpPr>
          <p:cNvPr id="24" name="矢印3"/>
          <p:cNvSpPr/>
          <p:nvPr/>
        </p:nvSpPr>
        <p:spPr>
          <a:xfrm>
            <a:off x="7150425" y="3474720"/>
            <a:ext cx="182880" cy="365760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段の台4"/>
          <p:cNvSpPr/>
          <p:nvPr/>
        </p:nvSpPr>
        <p:spPr>
          <a:xfrm>
            <a:off x="7397313" y="1554480"/>
            <a:ext cx="1962851" cy="4206240"/>
          </a:xfrm>
          <a:prstGeom prst="roundRect">
            <a:avLst>
              <a:gd name="adj" fmla="val 55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番号4"/>
          <p:cNvSpPr/>
          <p:nvPr/>
        </p:nvSpPr>
        <p:spPr>
          <a:xfrm>
            <a:off x="7580193" y="17373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7580193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</a:t>
            </a:r>
            <a:endParaRPr lang="en-US" sz="1800" dirty="0"/>
          </a:p>
        </p:txBody>
      </p:sp>
      <p:pic>
        <p:nvPicPr>
          <p:cNvPr id="28" name="絵_shiho-houmukyoku-shinsei" descr="shiho-houmukyoku-shinsei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473" y="2591836"/>
            <a:ext cx="1688531" cy="1125687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580193" y="4160520"/>
            <a:ext cx="15970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申請</a:t>
            </a:r>
            <a:endParaRPr lang="en-US" sz="1800" dirty="0"/>
          </a:p>
        </p:txBody>
      </p:sp>
      <p:sp>
        <p:nvSpPr>
          <p:cNvPr id="30" name="Text 23"/>
          <p:cNvSpPr txBox="1"/>
          <p:nvPr/>
        </p:nvSpPr>
        <p:spPr>
          <a:xfrm>
            <a:off x="7580193" y="4663440"/>
            <a:ext cx="159709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法務局へ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申請します</a:t>
            </a:r>
            <a:endParaRPr lang="en-US" sz="1400" dirty="0"/>
          </a:p>
        </p:txBody>
      </p:sp>
      <p:sp>
        <p:nvSpPr>
          <p:cNvPr id="31" name="矢印4"/>
          <p:cNvSpPr/>
          <p:nvPr/>
        </p:nvSpPr>
        <p:spPr>
          <a:xfrm>
            <a:off x="9433316" y="3474720"/>
            <a:ext cx="182880" cy="365760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2" name="段の台5"/>
          <p:cNvSpPr/>
          <p:nvPr/>
        </p:nvSpPr>
        <p:spPr>
          <a:xfrm>
            <a:off x="9680204" y="1554480"/>
            <a:ext cx="1962851" cy="4206240"/>
          </a:xfrm>
          <a:prstGeom prst="roundRect">
            <a:avLst>
              <a:gd name="adj" fmla="val 55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番号5"/>
          <p:cNvSpPr/>
          <p:nvPr/>
        </p:nvSpPr>
        <p:spPr>
          <a:xfrm>
            <a:off x="9863084" y="17373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9863084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</a:t>
            </a:r>
            <a:endParaRPr lang="en-US" sz="1800" dirty="0"/>
          </a:p>
        </p:txBody>
      </p:sp>
      <p:pic>
        <p:nvPicPr>
          <p:cNvPr id="35" name="絵_shiho-kanryou-watasu" descr="shiho-kanryou-watasu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7364" y="2591836"/>
            <a:ext cx="1688531" cy="1125687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9863084" y="4160520"/>
            <a:ext cx="15970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完了</a:t>
            </a:r>
            <a:endParaRPr lang="en-US" sz="1800" dirty="0"/>
          </a:p>
        </p:txBody>
      </p:sp>
      <p:sp>
        <p:nvSpPr>
          <p:cNvPr id="37" name="Text 29"/>
          <p:cNvSpPr txBox="1"/>
          <p:nvPr/>
        </p:nvSpPr>
        <p:spPr>
          <a:xfrm>
            <a:off x="9863084" y="4663440"/>
            <a:ext cx="159709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完了の書類を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お渡しします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見出し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よくあるご質問</a:t>
            </a:r>
            <a:endParaRPr lang="en-US" sz="3200" dirty="0"/>
          </a:p>
        </p:txBody>
      </p:sp>
      <p:sp>
        <p:nvSpPr>
          <p:cNvPr id="4" name="質問1"/>
          <p:cNvSpPr/>
          <p:nvPr/>
        </p:nvSpPr>
        <p:spPr>
          <a:xfrm>
            <a:off x="548640" y="1508760"/>
            <a:ext cx="11094415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Q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709928"/>
            <a:ext cx="9814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相談にお金はかかりますか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2221992"/>
            <a:ext cx="9814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［答えを書きます］</a:t>
            </a:r>
            <a:endParaRPr lang="en-US" sz="1500" dirty="0"/>
          </a:p>
        </p:txBody>
      </p:sp>
      <p:sp>
        <p:nvSpPr>
          <p:cNvPr id="8" name="質問2"/>
          <p:cNvSpPr/>
          <p:nvPr/>
        </p:nvSpPr>
        <p:spPr>
          <a:xfrm>
            <a:off x="548640" y="2990088"/>
            <a:ext cx="11094415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3172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Q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1463040" y="3191256"/>
            <a:ext cx="9814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どんな書類を持っていけばよいですか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1463040" y="3703320"/>
            <a:ext cx="9814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［答えを書きます］</a:t>
            </a:r>
            <a:endParaRPr lang="en-US" sz="1500" dirty="0"/>
          </a:p>
        </p:txBody>
      </p:sp>
      <p:sp>
        <p:nvSpPr>
          <p:cNvPr id="12" name="質問3"/>
          <p:cNvSpPr/>
          <p:nvPr/>
        </p:nvSpPr>
        <p:spPr>
          <a:xfrm>
            <a:off x="548640" y="4471416"/>
            <a:ext cx="11094415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46542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Q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1463040" y="4672584"/>
            <a:ext cx="9814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家族の代わりに相談できますか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1463040" y="5184648"/>
            <a:ext cx="9814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［答えを書きます］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見出し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ご相談の窓口</a:t>
            </a:r>
            <a:endParaRPr lang="en-US" sz="3200" dirty="0"/>
          </a:p>
        </p:txBody>
      </p:sp>
      <p:sp>
        <p:nvSpPr>
          <p:cNvPr id="4" name="窓口"/>
          <p:cNvSpPr/>
          <p:nvPr/>
        </p:nvSpPr>
        <p:spPr>
          <a:xfrm>
            <a:off x="548640" y="1554480"/>
            <a:ext cx="6583680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920240"/>
            <a:ext cx="5852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en-US" sz="22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電話　［000-000-0000］</a:t>
            </a:r>
            <a:endParaRPr lang="en-US" sz="22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2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受付　［平日 9時から17時まで］</a:t>
            </a:r>
            <a:endParaRPr lang="en-US" sz="22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2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場所　［住所］</a:t>
            </a:r>
            <a:endParaRPr lang="en-US" sz="22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2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担当　［名前］</a:t>
            </a:r>
            <a:endParaRPr lang="en-US" sz="2200" dirty="0"/>
          </a:p>
        </p:txBody>
      </p:sp>
      <p:pic>
        <p:nvPicPr>
          <p:cNvPr id="6" name="絵_shiho-denwa" descr="shiho-denw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600200"/>
            <a:ext cx="4114800" cy="4114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しめの言葉"/>
          <p:cNvSpPr txBox="1"/>
          <p:nvPr/>
        </p:nvSpPr>
        <p:spPr>
          <a:xfrm>
            <a:off x="548640" y="219456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ありがとうございました</a:t>
            </a:r>
            <a:endParaRPr lang="en-US" sz="4000" dirty="0"/>
          </a:p>
        </p:txBody>
      </p:sp>
      <p:sp>
        <p:nvSpPr>
          <p:cNvPr id="3" name="連絡先"/>
          <p:cNvSpPr txBox="1"/>
          <p:nvPr/>
        </p:nvSpPr>
        <p:spPr>
          <a:xfrm>
            <a:off x="548640" y="35661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［事務所の名前］　［電話番号］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shiyama">
  <a:themeElements>
    <a:clrScheme name="Ishiyama">
      <a:dk1>
        <a:srgbClr val="1C1C1E"/>
      </a:dk1>
      <a:lt1>
        <a:srgbClr val="FFFFFF"/>
      </a:lt1>
      <a:dk2>
        <a:srgbClr val="1B3A6B"/>
      </a:dk2>
      <a:lt2>
        <a:srgbClr val="EEF0F3"/>
      </a:lt2>
      <a:accent1>
        <a:srgbClr val="1B3A6B"/>
      </a:accent1>
      <a:accent2>
        <a:srgbClr val="D9A43A"/>
      </a:accent2>
      <a:accent3>
        <a:srgbClr val="5A5F66"/>
      </a:accent3>
      <a:accent4>
        <a:srgbClr val="C5C9CF"/>
      </a:accent4>
      <a:accent5>
        <a:srgbClr val="3F5F8F"/>
      </a:accent5>
      <a:accent6>
        <a:srgbClr val="F4E3B5"/>
      </a:accent6>
      <a:hlink>
        <a:srgbClr val="1B3A6B"/>
      </a:hlink>
      <a:folHlink>
        <a:srgbClr val="5A5F66"/>
      </a:folHlink>
    </a:clrScheme>
    <a:fontScheme name="Ishiyama">
      <a:majorFont>
        <a:latin typeface="BIZ UDP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IZ UDP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石山通りグループ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説明会のひな形</dc:title>
  <dc:subject>PptxGenJS Presentation</dc:subject>
  <dc:creator>石山通りグループ</dc:creator>
  <cp:lastModifiedBy>石山通りグループ</cp:lastModifiedBy>
  <cp:revision>1</cp:revision>
  <dcterms:created xsi:type="dcterms:W3CDTF">2026-10-04T06:11:42Z</dcterms:created>
  <dcterms:modified xsi:type="dcterms:W3CDTF">2026-10-04T06:11:42Z</dcterms:modified>
</cp:coreProperties>
</file>